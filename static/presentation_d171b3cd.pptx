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diagrams/colors1.xml" ContentType="application/vnd.openxmlformats-officedocument.drawingml.diagramColors+xml"/>
  <Override PartName="/ppt/diagrams/data1.xml" ContentType="application/vnd.openxmlformats-officedocument.drawingml.diagramData+xml"/>
  <Override PartName="/ppt/diagrams/drawing1.xml" ContentType="application/vnd.ms-office.drawingml.diagramDrawing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media/image3.svg" ContentType="image/svg+xml"/>
  <Override PartName="/ppt/media/image5.svg" ContentType="image/svg+xml"/>
  <Override PartName="/ppt/media/image7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sldIdLst>
    <p:sldId id="266" r:id="rId5"/>
    <p:sldId id="308" r:id="rId6"/>
    <p:sldId id="309" r:id="rId11"/>
    <p:sldId id="310" r:id="rId12"/>
    <p:sldId id="311" r:id="rId13"/>
    <p:sldId id="312" r:id="rId14"/>
    <p:sldId id="313" r:id="rId15"/>
    <p:sldId id="314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19" autoAdjust="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slide" Target="slides/slide8.xml"/></Relationships>
</file>

<file path=ppt/diagrams/_rels/data1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svg"/><Relationship Id="rId3" Type="http://schemas.openxmlformats.org/officeDocument/2006/relationships/image" Target="../media/image4.png"/><Relationship Id="rId4" Type="http://schemas.openxmlformats.org/officeDocument/2006/relationships/image" Target="../media/image5.svg"/><Relationship Id="rId5" Type="http://schemas.openxmlformats.org/officeDocument/2006/relationships/image" Target="../media/image6.png"/><Relationship Id="rId6" Type="http://schemas.openxmlformats.org/officeDocument/2006/relationships/image" Target="../media/image7.svg"/></Relationships>
</file>

<file path=ppt/diagrams/_rels/drawing1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svg"/><Relationship Id="rId3" Type="http://schemas.openxmlformats.org/officeDocument/2006/relationships/image" Target="../media/image4.png"/><Relationship Id="rId4" Type="http://schemas.openxmlformats.org/officeDocument/2006/relationships/image" Target="../media/image5.svg"/><Relationship Id="rId5" Type="http://schemas.openxmlformats.org/officeDocument/2006/relationships/image" Target="../media/image6.png"/><Relationship Id="rId6" Type="http://schemas.openxmlformats.org/officeDocument/2006/relationships/image" Target="../media/image7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1A66772-F185-4D58-B8BB-E9370D7A7A2B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40FC4FFE-8987-4A26-B7F4-8A516F18ADAE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dirty="0"/>
            <a:t>Lorem ipsum dolor sit amet, consectetuer adipiscing elit. </a:t>
          </a:r>
        </a:p>
      </dgm:t>
    </dgm:pt>
    <dgm:pt modelId="{CAD7EF86-FB23-41F6-BF42-040B36DEFDB1}" type="parTrans" cxnId="{C7AD8469-3C68-4AF9-AB82-79B0043AA120}">
      <dgm:prSet/>
      <dgm:spPr/>
      <dgm:t>
        <a:bodyPr/>
        <a:lstStyle/>
        <a:p>
          <a:endParaRPr lang="en-US"/>
        </a:p>
      </dgm:t>
    </dgm:pt>
    <dgm:pt modelId="{5B62599A-5C9B-48E7-896E-EA782AC60C8B}" type="sibTrans" cxnId="{C7AD8469-3C68-4AF9-AB82-79B0043AA120}">
      <dgm:prSet/>
      <dgm:spPr/>
      <dgm:t>
        <a:bodyPr/>
        <a:lstStyle/>
        <a:p>
          <a:endParaRPr lang="en-US"/>
        </a:p>
      </dgm:t>
    </dgm:pt>
    <dgm:pt modelId="{49225C73-1633-42F1-AB3B-7CB183E5F8B8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dirty="0"/>
            <a:t>Nunc viverra imperdiet enim. Fusce est. Vivamus a tellus.</a:t>
          </a:r>
        </a:p>
      </dgm:t>
    </dgm:pt>
    <dgm:pt modelId="{1A0E2090-1D4F-438A-8766-B6030CE01ADD}" type="parTrans" cxnId="{A9154303-8225-4248-91DC-1B0156A35F07}">
      <dgm:prSet/>
      <dgm:spPr/>
      <dgm:t>
        <a:bodyPr/>
        <a:lstStyle/>
        <a:p>
          <a:endParaRPr lang="en-US"/>
        </a:p>
      </dgm:t>
    </dgm:pt>
    <dgm:pt modelId="{9646853A-8964-4519-A5B1-0B7D18B2983D}" type="sibTrans" cxnId="{A9154303-8225-4248-91DC-1B0156A35F07}">
      <dgm:prSet/>
      <dgm:spPr/>
      <dgm:t>
        <a:bodyPr/>
        <a:lstStyle/>
        <a:p>
          <a:endParaRPr lang="en-US"/>
        </a:p>
      </dgm:t>
    </dgm:pt>
    <dgm:pt modelId="{1C383F32-22E8-4F62-A3E0-BDC3D5F48992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dirty="0"/>
            <a:t>Pellentesque habitant morbi tristique senectus et netus.</a:t>
          </a:r>
        </a:p>
      </dgm:t>
    </dgm:pt>
    <dgm:pt modelId="{A7920A2F-3244-4159-AF04-6A1D38B7B317}" type="parTrans" cxnId="{C4CCE57E-E871-46D6-BAD5-880252C95D22}">
      <dgm:prSet/>
      <dgm:spPr/>
      <dgm:t>
        <a:bodyPr/>
        <a:lstStyle/>
        <a:p>
          <a:endParaRPr lang="en-US"/>
        </a:p>
      </dgm:t>
    </dgm:pt>
    <dgm:pt modelId="{8500F72A-2C6D-4FDF-9C1D-CA691380EB0B}" type="sibTrans" cxnId="{C4CCE57E-E871-46D6-BAD5-880252C95D22}">
      <dgm:prSet/>
      <dgm:spPr/>
      <dgm:t>
        <a:bodyPr/>
        <a:lstStyle/>
        <a:p>
          <a:endParaRPr lang="en-US"/>
        </a:p>
      </dgm:t>
    </dgm:pt>
    <dgm:pt modelId="{B6056BFB-47D7-4C5F-BA11-2CB63C56A52D}" type="pres">
      <dgm:prSet presAssocID="{01A66772-F185-4D58-B8BB-E9370D7A7A2B}" presName="root" presStyleCnt="0">
        <dgm:presLayoutVars>
          <dgm:dir/>
          <dgm:resizeHandles val="exact"/>
        </dgm:presLayoutVars>
      </dgm:prSet>
      <dgm:spPr/>
    </dgm:pt>
    <dgm:pt modelId="{311B26C8-22B1-4363-B621-DD56FB7418C8}" type="pres">
      <dgm:prSet presAssocID="{40FC4FFE-8987-4A26-B7F4-8A516F18ADAE}" presName="compNode" presStyleCnt="0"/>
      <dgm:spPr/>
    </dgm:pt>
    <dgm:pt modelId="{A201D7A7-914C-4D24-8B82-EE40155AB0BE}" type="pres">
      <dgm:prSet presAssocID="{40FC4FFE-8987-4A26-B7F4-8A516F18ADAE}" presName="iconBgRect" presStyleLbl="bgShp" presStyleIdx="0" presStyleCnt="3"/>
      <dgm:spPr>
        <a:prstGeom prst="ellipse">
          <a:avLst/>
        </a:prstGeom>
      </dgm:spPr>
    </dgm:pt>
    <dgm:pt modelId="{8FA2F131-CD01-4CBD-B7A5-1B9B5E7F0402}" type="pres">
      <dgm:prSet presAssocID="{40FC4FFE-8987-4A26-B7F4-8A516F18ADAE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ie chart"/>
        </a:ext>
      </dgm:extLst>
    </dgm:pt>
    <dgm:pt modelId="{F755F00C-B2DB-4097-B4BC-8F1BACC938B7}" type="pres">
      <dgm:prSet presAssocID="{40FC4FFE-8987-4A26-B7F4-8A516F18ADAE}" presName="spaceRect" presStyleCnt="0"/>
      <dgm:spPr/>
    </dgm:pt>
    <dgm:pt modelId="{08F4E96D-0DB6-4476-8C51-7CC7EC2F227B}" type="pres">
      <dgm:prSet presAssocID="{40FC4FFE-8987-4A26-B7F4-8A516F18ADAE}" presName="textRect" presStyleLbl="revTx" presStyleIdx="0" presStyleCnt="3">
        <dgm:presLayoutVars>
          <dgm:chMax val="1"/>
          <dgm:chPref val="1"/>
        </dgm:presLayoutVars>
      </dgm:prSet>
      <dgm:spPr/>
    </dgm:pt>
    <dgm:pt modelId="{5AB3C10D-885E-4522-AB39-7ED4318D191A}" type="pres">
      <dgm:prSet presAssocID="{5B62599A-5C9B-48E7-896E-EA782AC60C8B}" presName="sibTrans" presStyleCnt="0"/>
      <dgm:spPr/>
    </dgm:pt>
    <dgm:pt modelId="{2F278BF9-E1B2-4A1C-B065-C19A7B904219}" type="pres">
      <dgm:prSet presAssocID="{49225C73-1633-42F1-AB3B-7CB183E5F8B8}" presName="compNode" presStyleCnt="0"/>
      <dgm:spPr/>
    </dgm:pt>
    <dgm:pt modelId="{543C18BC-1989-44B2-9862-C670C61D3452}" type="pres">
      <dgm:prSet presAssocID="{49225C73-1633-42F1-AB3B-7CB183E5F8B8}" presName="iconBgRect" presStyleLbl="bgShp" presStyleIdx="1" presStyleCnt="3"/>
      <dgm:spPr>
        <a:prstGeom prst="ellipse">
          <a:avLst/>
        </a:prstGeom>
      </dgm:spPr>
    </dgm:pt>
    <dgm:pt modelId="{E94F35BC-9C76-400A-BBCA-0032259E2E5A}" type="pres">
      <dgm:prSet presAssocID="{49225C73-1633-42F1-AB3B-7CB183E5F8B8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ullseye"/>
        </a:ext>
      </dgm:extLst>
    </dgm:pt>
    <dgm:pt modelId="{503A6D04-9ADD-43CC-9847-497CD48F2D11}" type="pres">
      <dgm:prSet presAssocID="{49225C73-1633-42F1-AB3B-7CB183E5F8B8}" presName="spaceRect" presStyleCnt="0"/>
      <dgm:spPr/>
    </dgm:pt>
    <dgm:pt modelId="{20363298-B2A6-463D-A7BE-F9F67404E389}" type="pres">
      <dgm:prSet presAssocID="{49225C73-1633-42F1-AB3B-7CB183E5F8B8}" presName="textRect" presStyleLbl="revTx" presStyleIdx="1" presStyleCnt="3">
        <dgm:presLayoutVars>
          <dgm:chMax val="1"/>
          <dgm:chPref val="1"/>
        </dgm:presLayoutVars>
      </dgm:prSet>
      <dgm:spPr/>
    </dgm:pt>
    <dgm:pt modelId="{A47947BB-708D-4F7E-B072-3C2E42B34B24}" type="pres">
      <dgm:prSet presAssocID="{9646853A-8964-4519-A5B1-0B7D18B2983D}" presName="sibTrans" presStyleCnt="0"/>
      <dgm:spPr/>
    </dgm:pt>
    <dgm:pt modelId="{BDCD0AC9-D564-4025-AD8A-36664A6CBE31}" type="pres">
      <dgm:prSet presAssocID="{1C383F32-22E8-4F62-A3E0-BDC3D5F48992}" presName="compNode" presStyleCnt="0"/>
      <dgm:spPr/>
    </dgm:pt>
    <dgm:pt modelId="{5BDDFF18-9AEC-4E5E-B9AA-33D86F01A63E}" type="pres">
      <dgm:prSet presAssocID="{1C383F32-22E8-4F62-A3E0-BDC3D5F48992}" presName="iconBgRect" presStyleLbl="bgShp" presStyleIdx="2" presStyleCnt="3"/>
      <dgm:spPr>
        <a:prstGeom prst="ellipse">
          <a:avLst/>
        </a:prstGeom>
      </dgm:spPr>
    </dgm:pt>
    <dgm:pt modelId="{F09AEBFF-D2D3-4FFF-AD65-C3CEAEEB10F2}" type="pres">
      <dgm:prSet presAssocID="{1C383F32-22E8-4F62-A3E0-BDC3D5F48992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opwatch"/>
        </a:ext>
      </dgm:extLst>
    </dgm:pt>
    <dgm:pt modelId="{F2EBFBCF-0520-415A-A886-3C4F90D208EF}" type="pres">
      <dgm:prSet presAssocID="{1C383F32-22E8-4F62-A3E0-BDC3D5F48992}" presName="spaceRect" presStyleCnt="0"/>
      <dgm:spPr/>
    </dgm:pt>
    <dgm:pt modelId="{AB9CAFAA-6939-48A6-A89B-19D1A94B9EA1}" type="pres">
      <dgm:prSet presAssocID="{1C383F32-22E8-4F62-A3E0-BDC3D5F48992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A9154303-8225-4248-91DC-1B0156A35F07}" srcId="{01A66772-F185-4D58-B8BB-E9370D7A7A2B}" destId="{49225C73-1633-42F1-AB3B-7CB183E5F8B8}" srcOrd="1" destOrd="0" parTransId="{1A0E2090-1D4F-438A-8766-B6030CE01ADD}" sibTransId="{9646853A-8964-4519-A5B1-0B7D18B2983D}"/>
    <dgm:cxn modelId="{BA953D32-2DFF-47FE-AF26-C6B9E63D38DF}" type="presOf" srcId="{49225C73-1633-42F1-AB3B-7CB183E5F8B8}" destId="{20363298-B2A6-463D-A7BE-F9F67404E389}" srcOrd="0" destOrd="0" presId="urn:microsoft.com/office/officeart/2018/5/layout/IconLeafLabelList"/>
    <dgm:cxn modelId="{EC450542-0ED9-4BD6-9E85-5709B80794C5}" type="presOf" srcId="{01A66772-F185-4D58-B8BB-E9370D7A7A2B}" destId="{B6056BFB-47D7-4C5F-BA11-2CB63C56A52D}" srcOrd="0" destOrd="0" presId="urn:microsoft.com/office/officeart/2018/5/layout/IconLeafLabelList"/>
    <dgm:cxn modelId="{C7AD8469-3C68-4AF9-AB82-79B0043AA120}" srcId="{01A66772-F185-4D58-B8BB-E9370D7A7A2B}" destId="{40FC4FFE-8987-4A26-B7F4-8A516F18ADAE}" srcOrd="0" destOrd="0" parTransId="{CAD7EF86-FB23-41F6-BF42-040B36DEFDB1}" sibTransId="{5B62599A-5C9B-48E7-896E-EA782AC60C8B}"/>
    <dgm:cxn modelId="{C4CCE57E-E871-46D6-BAD5-880252C95D22}" srcId="{01A66772-F185-4D58-B8BB-E9370D7A7A2B}" destId="{1C383F32-22E8-4F62-A3E0-BDC3D5F48992}" srcOrd="2" destOrd="0" parTransId="{A7920A2F-3244-4159-AF04-6A1D38B7B317}" sibTransId="{8500F72A-2C6D-4FDF-9C1D-CA691380EB0B}"/>
    <dgm:cxn modelId="{D55FAE9C-CF3C-44F3-9D1E-DE6DF574E6D9}" type="presOf" srcId="{1C383F32-22E8-4F62-A3E0-BDC3D5F48992}" destId="{AB9CAFAA-6939-48A6-A89B-19D1A94B9EA1}" srcOrd="0" destOrd="0" presId="urn:microsoft.com/office/officeart/2018/5/layout/IconLeafLabelList"/>
    <dgm:cxn modelId="{A85983B4-FADF-419C-BC71-B5F0871C3055}" type="presOf" srcId="{40FC4FFE-8987-4A26-B7F4-8A516F18ADAE}" destId="{08F4E96D-0DB6-4476-8C51-7CC7EC2F227B}" srcOrd="0" destOrd="0" presId="urn:microsoft.com/office/officeart/2018/5/layout/IconLeafLabelList"/>
    <dgm:cxn modelId="{A3E74EE8-8900-4EBD-8983-3BF0AFD6DCC7}" type="presParOf" srcId="{B6056BFB-47D7-4C5F-BA11-2CB63C56A52D}" destId="{311B26C8-22B1-4363-B621-DD56FB7418C8}" srcOrd="0" destOrd="0" presId="urn:microsoft.com/office/officeart/2018/5/layout/IconLeafLabelList"/>
    <dgm:cxn modelId="{044EA9E0-B51B-492A-BE32-015CEAD0BAC9}" type="presParOf" srcId="{311B26C8-22B1-4363-B621-DD56FB7418C8}" destId="{A201D7A7-914C-4D24-8B82-EE40155AB0BE}" srcOrd="0" destOrd="0" presId="urn:microsoft.com/office/officeart/2018/5/layout/IconLeafLabelList"/>
    <dgm:cxn modelId="{08373EC6-14CB-429D-9495-F32683B931D7}" type="presParOf" srcId="{311B26C8-22B1-4363-B621-DD56FB7418C8}" destId="{8FA2F131-CD01-4CBD-B7A5-1B9B5E7F0402}" srcOrd="1" destOrd="0" presId="urn:microsoft.com/office/officeart/2018/5/layout/IconLeafLabelList"/>
    <dgm:cxn modelId="{9AB500F0-62A2-4E73-B4F4-5056804C8D6A}" type="presParOf" srcId="{311B26C8-22B1-4363-B621-DD56FB7418C8}" destId="{F755F00C-B2DB-4097-B4BC-8F1BACC938B7}" srcOrd="2" destOrd="0" presId="urn:microsoft.com/office/officeart/2018/5/layout/IconLeafLabelList"/>
    <dgm:cxn modelId="{676606A7-6564-4CEB-ACE0-4FF9A3A04E67}" type="presParOf" srcId="{311B26C8-22B1-4363-B621-DD56FB7418C8}" destId="{08F4E96D-0DB6-4476-8C51-7CC7EC2F227B}" srcOrd="3" destOrd="0" presId="urn:microsoft.com/office/officeart/2018/5/layout/IconLeafLabelList"/>
    <dgm:cxn modelId="{EAE0F94A-A454-4049-84F7-9EC90E847A03}" type="presParOf" srcId="{B6056BFB-47D7-4C5F-BA11-2CB63C56A52D}" destId="{5AB3C10D-885E-4522-AB39-7ED4318D191A}" srcOrd="1" destOrd="0" presId="urn:microsoft.com/office/officeart/2018/5/layout/IconLeafLabelList"/>
    <dgm:cxn modelId="{B0B5B21A-5ADD-4500-9A67-9B26AF543EBA}" type="presParOf" srcId="{B6056BFB-47D7-4C5F-BA11-2CB63C56A52D}" destId="{2F278BF9-E1B2-4A1C-B065-C19A7B904219}" srcOrd="2" destOrd="0" presId="urn:microsoft.com/office/officeart/2018/5/layout/IconLeafLabelList"/>
    <dgm:cxn modelId="{11FEAF2C-54F7-4E9C-A1D6-5FA0BF7F3665}" type="presParOf" srcId="{2F278BF9-E1B2-4A1C-B065-C19A7B904219}" destId="{543C18BC-1989-44B2-9862-C670C61D3452}" srcOrd="0" destOrd="0" presId="urn:microsoft.com/office/officeart/2018/5/layout/IconLeafLabelList"/>
    <dgm:cxn modelId="{92C17ECB-A80D-4A0E-95CF-40A53D32275F}" type="presParOf" srcId="{2F278BF9-E1B2-4A1C-B065-C19A7B904219}" destId="{E94F35BC-9C76-400A-BBCA-0032259E2E5A}" srcOrd="1" destOrd="0" presId="urn:microsoft.com/office/officeart/2018/5/layout/IconLeafLabelList"/>
    <dgm:cxn modelId="{54E5AE33-4BE6-44E7-871B-1103A0BA7A56}" type="presParOf" srcId="{2F278BF9-E1B2-4A1C-B065-C19A7B904219}" destId="{503A6D04-9ADD-43CC-9847-497CD48F2D11}" srcOrd="2" destOrd="0" presId="urn:microsoft.com/office/officeart/2018/5/layout/IconLeafLabelList"/>
    <dgm:cxn modelId="{3575FCA0-4FCE-460A-8D84-2C767D311A20}" type="presParOf" srcId="{2F278BF9-E1B2-4A1C-B065-C19A7B904219}" destId="{20363298-B2A6-463D-A7BE-F9F67404E389}" srcOrd="3" destOrd="0" presId="urn:microsoft.com/office/officeart/2018/5/layout/IconLeafLabelList"/>
    <dgm:cxn modelId="{4FD22448-C17B-4C43-BAB3-A0B7AA9BCE0D}" type="presParOf" srcId="{B6056BFB-47D7-4C5F-BA11-2CB63C56A52D}" destId="{A47947BB-708D-4F7E-B072-3C2E42B34B24}" srcOrd="3" destOrd="0" presId="urn:microsoft.com/office/officeart/2018/5/layout/IconLeafLabelList"/>
    <dgm:cxn modelId="{75E30F4F-0E76-457B-9D4F-CDE27C2F7F77}" type="presParOf" srcId="{B6056BFB-47D7-4C5F-BA11-2CB63C56A52D}" destId="{BDCD0AC9-D564-4025-AD8A-36664A6CBE31}" srcOrd="4" destOrd="0" presId="urn:microsoft.com/office/officeart/2018/5/layout/IconLeafLabelList"/>
    <dgm:cxn modelId="{C6A367E7-6A7C-42CB-94E4-8EA78AEF87BF}" type="presParOf" srcId="{BDCD0AC9-D564-4025-AD8A-36664A6CBE31}" destId="{5BDDFF18-9AEC-4E5E-B9AA-33D86F01A63E}" srcOrd="0" destOrd="0" presId="urn:microsoft.com/office/officeart/2018/5/layout/IconLeafLabelList"/>
    <dgm:cxn modelId="{B180CBEB-FA9F-4E52-8CA3-A65CB80BB91B}" type="presParOf" srcId="{BDCD0AC9-D564-4025-AD8A-36664A6CBE31}" destId="{F09AEBFF-D2D3-4FFF-AD65-C3CEAEEB10F2}" srcOrd="1" destOrd="0" presId="urn:microsoft.com/office/officeart/2018/5/layout/IconLeafLabelList"/>
    <dgm:cxn modelId="{170B020E-1E19-4EB4-A72C-4FCF01A7DD7E}" type="presParOf" srcId="{BDCD0AC9-D564-4025-AD8A-36664A6CBE31}" destId="{F2EBFBCF-0520-415A-A886-3C4F90D208EF}" srcOrd="2" destOrd="0" presId="urn:microsoft.com/office/officeart/2018/5/layout/IconLeafLabelList"/>
    <dgm:cxn modelId="{CADD8F7D-722C-42A0-AF21-39A3559F8D7B}" type="presParOf" srcId="{BDCD0AC9-D564-4025-AD8A-36664A6CBE31}" destId="{AB9CAFAA-6939-48A6-A89B-19D1A94B9EA1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201D7A7-914C-4D24-8B82-EE40155AB0BE}">
      <dsp:nvSpPr>
        <dsp:cNvPr id="0" name=""/>
        <dsp:cNvSpPr/>
      </dsp:nvSpPr>
      <dsp:spPr>
        <a:xfrm>
          <a:off x="616949" y="340539"/>
          <a:ext cx="1818562" cy="1818562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FA2F131-CD01-4CBD-B7A5-1B9B5E7F0402}">
      <dsp:nvSpPr>
        <dsp:cNvPr id="0" name=""/>
        <dsp:cNvSpPr/>
      </dsp:nvSpPr>
      <dsp:spPr>
        <a:xfrm>
          <a:off x="1004512" y="728102"/>
          <a:ext cx="1043437" cy="104343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8F4E96D-0DB6-4476-8C51-7CC7EC2F227B}">
      <dsp:nvSpPr>
        <dsp:cNvPr id="0" name=""/>
        <dsp:cNvSpPr/>
      </dsp:nvSpPr>
      <dsp:spPr>
        <a:xfrm>
          <a:off x="35606" y="2725540"/>
          <a:ext cx="2981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 dirty="0"/>
            <a:t>Lorem ipsum dolor sit amet, consectetuer adipiscing elit. </a:t>
          </a:r>
        </a:p>
      </dsp:txBody>
      <dsp:txXfrm>
        <a:off x="35606" y="2725540"/>
        <a:ext cx="2981250" cy="720000"/>
      </dsp:txXfrm>
    </dsp:sp>
    <dsp:sp modelId="{543C18BC-1989-44B2-9862-C670C61D3452}">
      <dsp:nvSpPr>
        <dsp:cNvPr id="0" name=""/>
        <dsp:cNvSpPr/>
      </dsp:nvSpPr>
      <dsp:spPr>
        <a:xfrm>
          <a:off x="4119918" y="340539"/>
          <a:ext cx="1818562" cy="1818562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94F35BC-9C76-400A-BBCA-0032259E2E5A}">
      <dsp:nvSpPr>
        <dsp:cNvPr id="0" name=""/>
        <dsp:cNvSpPr/>
      </dsp:nvSpPr>
      <dsp:spPr>
        <a:xfrm>
          <a:off x="4507481" y="728102"/>
          <a:ext cx="1043437" cy="104343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0363298-B2A6-463D-A7BE-F9F67404E389}">
      <dsp:nvSpPr>
        <dsp:cNvPr id="0" name=""/>
        <dsp:cNvSpPr/>
      </dsp:nvSpPr>
      <dsp:spPr>
        <a:xfrm>
          <a:off x="3538574" y="2725540"/>
          <a:ext cx="2981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 dirty="0"/>
            <a:t>Nunc viverra imperdiet enim. Fusce est. Vivamus a tellus.</a:t>
          </a:r>
        </a:p>
      </dsp:txBody>
      <dsp:txXfrm>
        <a:off x="3538574" y="2725540"/>
        <a:ext cx="2981250" cy="720000"/>
      </dsp:txXfrm>
    </dsp:sp>
    <dsp:sp modelId="{5BDDFF18-9AEC-4E5E-B9AA-33D86F01A63E}">
      <dsp:nvSpPr>
        <dsp:cNvPr id="0" name=""/>
        <dsp:cNvSpPr/>
      </dsp:nvSpPr>
      <dsp:spPr>
        <a:xfrm>
          <a:off x="7622887" y="340539"/>
          <a:ext cx="1818562" cy="1818562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09AEBFF-D2D3-4FFF-AD65-C3CEAEEB10F2}">
      <dsp:nvSpPr>
        <dsp:cNvPr id="0" name=""/>
        <dsp:cNvSpPr/>
      </dsp:nvSpPr>
      <dsp:spPr>
        <a:xfrm>
          <a:off x="8010450" y="728102"/>
          <a:ext cx="1043437" cy="104343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B9CAFAA-6939-48A6-A89B-19D1A94B9EA1}">
      <dsp:nvSpPr>
        <dsp:cNvPr id="0" name=""/>
        <dsp:cNvSpPr/>
      </dsp:nvSpPr>
      <dsp:spPr>
        <a:xfrm>
          <a:off x="7041543" y="2725540"/>
          <a:ext cx="2981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 dirty="0"/>
            <a:t>Pellentesque habitant morbi tristique senectus et netus.</a:t>
          </a:r>
        </a:p>
      </dsp:txBody>
      <dsp:txXfrm>
        <a:off x="7041543" y="2725540"/>
        <a:ext cx="2981250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9E3965E-AC41-4711-9D10-E25ABB132D86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645152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F5DC8C3-BA5F-4EED-BB9A-A14272BD82A1}"/>
              </a:ext>
            </a:extLst>
          </p:cNvPr>
          <p:cNvCxnSpPr/>
          <p:nvPr/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25CCF1-92C0-4AF3-BFAF-492163191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4DA70-C731-4C70-880D-CCD4705E623C}" type="datetime1">
              <a:rPr lang="en-US" smtClean="0"/>
              <a:t>12/12/2025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A78A9-3DFF-4937-A9F2-5D8CF495F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AEB271-5CC0-4759-BC6E-8BE53AB22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72932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1D723-8F53-4F53-90B0-1982A396982E}" type="datetime1">
              <a:rPr lang="en-US" smtClean="0"/>
              <a:t>12/12/2025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89807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585C21A-8B93-4657-B5DF-7EAEAD3BE127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90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663440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59DE2C1-4C52-40A3-8959-27B2C1BEBFF6}"/>
              </a:ext>
            </a:extLst>
          </p:cNvPr>
          <p:cNvCxnSpPr/>
          <p:nvPr/>
        </p:nvCxnSpPr>
        <p:spPr>
          <a:xfrm>
            <a:off x="1207658" y="4485132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F2E137-EC28-48F8-9198-1F0253902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69AF7-7BEB-44E4-9852-375E34362B5B}" type="datetime1">
              <a:rPr lang="en-US" smtClean="0"/>
              <a:t>12/12/2025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9422CD-6F62-4DD6-89EF-07A60B42D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9C6AFF8-42B4-4D05-969B-9F5FB3355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23314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2120900"/>
            <a:ext cx="4639736" cy="37481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15944" y="2120900"/>
            <a:ext cx="4639736" cy="37481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82D47D-B0DC-4C40-BCC6-BBBA32584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AC38D-0552-4C82-B593-E6124DFADBE2}" type="datetime1">
              <a:rPr lang="en-US" smtClean="0"/>
              <a:t>12/12/2025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690D34E-7EBD-44B2-83CA-4C126A18D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AC511A1-9BBD-42DE-92FB-2AF44F8E9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76118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958274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15944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15944" y="2958273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F8A515-AA94-45D1-9223-5C2272618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F0F1C-5577-4ACB-BB62-DF8F3C494C7E}" type="datetime1">
              <a:rPr lang="en-US" smtClean="0"/>
              <a:t>12/12/2025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D052F5BC-98E0-4D60-AD67-9547738B7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38552DC-952E-41EA-AAAF-C2187523C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28083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392073F-158F-44A3-8913-917AFFC1B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5B394-D9F9-4F0C-B15D-605F45CB9E9F}" type="datetime1">
              <a:rPr lang="en-US" smtClean="0"/>
              <a:t>12/12/2025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ED72207-24CA-42B7-A975-2F8E41CBA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01080F2-251A-4B88-9A62-16F46D72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17711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8E9C91B-7EAD-4562-AB0E-DFB9663AECE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67345-2558-425A-8533-9BFDBCE15005}" type="datetime1">
              <a:rPr lang="en-US" smtClean="0"/>
              <a:t>12/12/2025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07016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6D90D66-BCB9-4229-A829-628874352AC0}"/>
              </a:ext>
            </a:extLst>
          </p:cNvPr>
          <p:cNvSpPr/>
          <p:nvPr/>
        </p:nvSpPr>
        <p:spPr>
          <a:xfrm>
            <a:off x="16" y="0"/>
            <a:ext cx="4654296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2093975"/>
          </a:xfrm>
        </p:spPr>
        <p:txBody>
          <a:bodyPr anchor="b">
            <a:normAutofit/>
          </a:bodyPr>
          <a:lstStyle>
            <a:lvl1pPr>
              <a:lnSpc>
                <a:spcPct val="90000"/>
              </a:lnSpc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58984" y="812799"/>
            <a:ext cx="5928344" cy="52947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3465" y="3043050"/>
            <a:ext cx="3517567" cy="3064505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43464" y="6446520"/>
            <a:ext cx="3517568" cy="365125"/>
          </a:xfrm>
        </p:spPr>
        <p:txBody>
          <a:bodyPr/>
          <a:lstStyle>
            <a:lvl1pPr algn="l">
              <a:defRPr/>
            </a:lvl1pPr>
          </a:lstStyle>
          <a:p>
            <a:fld id="{92BEA474-078D-4E9B-9B14-09A87B19DC46}" type="datetime1">
              <a:rPr lang="en-US" smtClean="0"/>
              <a:t>12/12/2025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458983" y="6446520"/>
            <a:ext cx="5334019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13020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A134939-39C0-4522-A125-A13DFDA66490}"/>
              </a:ext>
            </a:extLst>
          </p:cNvPr>
          <p:cNvSpPr/>
          <p:nvPr/>
        </p:nvSpPr>
        <p:spPr>
          <a:xfrm>
            <a:off x="0" y="4578350"/>
            <a:ext cx="12188825" cy="227965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578350"/>
          </a:xfrm>
          <a:solidFill>
            <a:schemeClr val="bg1">
              <a:lumMod val="85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907D986-8816-4272-A432-0437A28A9828}" type="datetime1">
              <a:rPr lang="en-US" smtClean="0"/>
              <a:t>12/12/2025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</p:spPr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882685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16A0E3C-60E6-4F39-BC55-5F7C224E1F7C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rgbClr val="FFFFFF"/>
                </a:solidFill>
              </a:defRPr>
            </a:lvl1pPr>
          </a:lstStyle>
          <a:p>
            <a:fld id="{62D6E202-B606-4609-B914-27C9371A1F6D}" type="datetime1">
              <a:rPr lang="en-US" smtClean="0"/>
              <a:t>12/12/2025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5025DAC-8B93-4160-B017-3A274A5828C0}"/>
              </a:ext>
            </a:extLst>
          </p:cNvPr>
          <p:cNvCxnSpPr/>
          <p:nvPr/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160147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6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11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themeOverride" Target="../theme/themeOverride1.xml"/><Relationship Id="rId2" Type="http://schemas.openxmlformats.org/officeDocument/2006/relationships/slideLayout" Target="../slideLayouts/slideLayout1.xml"/><Relationship Id="rId3" Type="http://schemas.openxmlformats.org/officeDocument/2006/relationships/image" Target="../media/image1.jpe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themeOverride" Target="../theme/themeOverride2.xml"/><Relationship Id="rId2" Type="http://schemas.openxmlformats.org/officeDocument/2006/relationships/slideLayout" Target="../slideLayouts/slideLayout2.xml"/><Relationship Id="rId3" Type="http://schemas.openxmlformats.org/officeDocument/2006/relationships/diagramData" Target="../diagrams/data1.xml"/><Relationship Id="rId4" Type="http://schemas.openxmlformats.org/officeDocument/2006/relationships/diagramLayout" Target="../diagrams/layout1.xml"/><Relationship Id="rId5" Type="http://schemas.openxmlformats.org/officeDocument/2006/relationships/diagramQuickStyle" Target="../diagrams/quickStyle1.xml"/><Relationship Id="rId6" Type="http://schemas.openxmlformats.org/officeDocument/2006/relationships/diagramColors" Target="../diagrams/colors1.xml"/><Relationship Id="rId7" Type="http://schemas.microsoft.com/office/2007/relationships/diagramDrawing" Target="../diagrams/drawing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F452A527-3631-41ED-858D-3777A7D149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peak Pro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B2EA78-AEB3-469B-9025-3B17201A45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30000" y="639097"/>
            <a:ext cx="4813072" cy="3494791"/>
          </a:xfrm>
        </p:spPr>
        <p:txBody>
          <a:bodyPr>
            <a:normAutofit/>
          </a:bodyPr>
          <a:lstStyle/>
          <a:p>
            <a:r>
              <a:rPr lang="en-US" dirty="0"/>
              <a:t>Title Lorem Ipsum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5E1F2F-E259-4EA8-9FFD-3A10AF5418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29999" y="4455621"/>
            <a:ext cx="4829101" cy="1238616"/>
          </a:xfrm>
        </p:spPr>
        <p:txBody>
          <a:bodyPr>
            <a:normAutofit/>
          </a:bodyPr>
          <a:lstStyle/>
          <a:p>
            <a:r>
              <a:rPr lang="en-US" dirty="0"/>
              <a:t>Sit Dolor Amet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940CBE3-3F91-419A-A649-32AB388ECA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" y="10"/>
            <a:ext cx="6096000" cy="6857990"/>
          </a:xfrm>
          <a:prstGeom prst="rect">
            <a:avLst/>
          </a:prstGeom>
        </p:spPr>
      </p:pic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D28A9C89-B313-458F-9C85-515930A51A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805053" y="4294754"/>
            <a:ext cx="43891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959158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A47F5C-50EC-416A-AE8C-6F6BB42256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>
            <a:normAutofit/>
          </a:bodyPr>
          <a:lstStyle/>
          <a:p>
            <a:r>
              <a:rPr lang="en-US" dirty="0"/>
              <a:t>Title Lorem Ipsum </a:t>
            </a:r>
          </a:p>
        </p:txBody>
      </p:sp>
      <p:graphicFrame>
        <p:nvGraphicFramePr>
          <p:cNvPr id="4" name="Content Placeholder 2" descr="SmartArt graphic">
            <a:extLst>
              <a:ext uri="{FF2B5EF4-FFF2-40B4-BE49-F238E27FC236}">
                <a16:creationId xmlns:a16="http://schemas.microsoft.com/office/drawing/2014/main" id="{59F5A1AC-D08D-42AE-B94A-1CAFB517D84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03721020"/>
              </p:ext>
            </p:extLst>
          </p:nvPr>
        </p:nvGraphicFramePr>
        <p:xfrm>
          <a:off x="1096963" y="2098515"/>
          <a:ext cx="10058400" cy="37860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65522590"/>
      </p:ext>
    </p:extLst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to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Artificial Intelligence (AI) refers to the development of computer systems that can perform tasks that typically require human intelligence</a:t>
            </a:r>
          </a:p>
          <a:p>
            <a:pPr/>
            <a:r>
              <a:t>AI involves the use of algorithms, machine learning, and natural language processing to enable machines to think and learn like humans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Types of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Narrow or Weak AI: designed to perform a specific task, such as facial recognition or language translation</a:t>
            </a:r>
          </a:p>
          <a:p>
            <a:pPr/>
            <a:r>
              <a:t>General or Strong AI: a hypothetical AI system that possesses the ability to understand, learn, and apply knowledge across a wide range of tasks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Applications of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Virtual Assistants: AI-powered virtual assistants, such as Siri and Alexa, that can perform tasks and answer questions</a:t>
            </a:r>
          </a:p>
          <a:p>
            <a:pPr/>
            <a:r>
              <a:t>Image and Speech Recognition: AI-powered systems that can recognize and interpret images and speech patterns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Benefits of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Increased Efficiency: AI can automate repetitive tasks and improve productivity</a:t>
            </a:r>
          </a:p>
          <a:p>
            <a:pPr/>
            <a:r>
              <a:t>Enhanced Decision-Making: AI can analyze large amounts of data and provide insights that can inform decision-making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Challenges and Limitations of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Bias and Discrimination: AI systems can perpetuate existing biases and discriminate against certain groups</a:t>
            </a:r>
          </a:p>
          <a:p>
            <a:pPr/>
            <a:r>
              <a:t>Job Displacement: AI has the potential to displace human workers, particularly in industries that involve repetitive tasks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of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Advancements in Machine Learning: future developments in AI are likely to involve advancements in machine learning and deep learning</a:t>
            </a:r>
          </a:p>
          <a:p>
            <a:pPr/>
            <a:r>
              <a:t>Increased Adoption: AI is likely to become more ubiquitous and integrated into various aspects of life, including healthcare, education, and transportation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etrospectVTI">
  <a:themeElements>
    <a:clrScheme name="">
      <a:dk1>
        <a:srgbClr val="000000"/>
      </a:dk1>
      <a:lt1>
        <a:srgbClr val="FFFFFF"/>
      </a:lt1>
      <a:dk2>
        <a:srgbClr val="243541"/>
      </a:dk2>
      <a:lt2>
        <a:srgbClr val="E2E5E8"/>
      </a:lt2>
      <a:accent1>
        <a:srgbClr val="E88B33"/>
      </a:accent1>
      <a:accent2>
        <a:srgbClr val="AEA33A"/>
      </a:accent2>
      <a:accent3>
        <a:srgbClr val="8CAB4A"/>
      </a:accent3>
      <a:accent4>
        <a:srgbClr val="57B636"/>
      </a:accent4>
      <a:accent5>
        <a:srgbClr val="2EBA43"/>
      </a:accent5>
      <a:accent6>
        <a:srgbClr val="33B67D"/>
      </a:accent6>
      <a:hlink>
        <a:srgbClr val="5F84A8"/>
      </a:hlink>
      <a:folHlink>
        <a:srgbClr val="7F7F7F"/>
      </a:folHlink>
    </a:clrScheme>
    <a:fontScheme name="Retrospect">
      <a:majorFont>
        <a:latin typeface="Georgia Pro Cond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Speak Pro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VTI" id="{ABE3C30C-0FC0-4450-828E-52DE70F1BCCB}" vid="{A6E2497D-935A-4CFD-B9FD-6DCB15FA68BF}"/>
    </a:ext>
  </a:extLst>
</a:theme>
</file>

<file path=ppt/theme/themeOverride1.xml><?xml version="1.0" encoding="utf-8"?>
<a:themeOverride xmlns:a="http://schemas.openxmlformats.org/drawingml/2006/main">
  <a:clrScheme name="Custom 40">
    <a:dk1>
      <a:sysClr val="windowText" lastClr="000000"/>
    </a:dk1>
    <a:lt1>
      <a:sysClr val="window" lastClr="FFFFFF"/>
    </a:lt1>
    <a:dk2>
      <a:srgbClr val="545D57"/>
    </a:dk2>
    <a:lt2>
      <a:srgbClr val="EBEBE8"/>
    </a:lt2>
    <a:accent1>
      <a:srgbClr val="579858"/>
    </a:accent1>
    <a:accent2>
      <a:srgbClr val="ED583E"/>
    </a:accent2>
    <a:accent3>
      <a:srgbClr val="D3BA59"/>
    </a:accent3>
    <a:accent4>
      <a:srgbClr val="4C94AC"/>
    </a:accent4>
    <a:accent5>
      <a:srgbClr val="A09E84"/>
    </a:accent5>
    <a:accent6>
      <a:srgbClr val="FC7D4A"/>
    </a:accent6>
    <a:hlink>
      <a:srgbClr val="04A2DA"/>
    </a:hlink>
    <a:folHlink>
      <a:srgbClr val="808080"/>
    </a:folHlink>
  </a:clrScheme>
</a:themeOverride>
</file>

<file path=ppt/theme/themeOverride2.xml><?xml version="1.0" encoding="utf-8"?>
<a:themeOverride xmlns:a="http://schemas.openxmlformats.org/drawingml/2006/main">
  <a:clrScheme name="Custom 40">
    <a:dk1>
      <a:sysClr val="windowText" lastClr="000000"/>
    </a:dk1>
    <a:lt1>
      <a:sysClr val="window" lastClr="FFFFFF"/>
    </a:lt1>
    <a:dk2>
      <a:srgbClr val="545D57"/>
    </a:dk2>
    <a:lt2>
      <a:srgbClr val="EBEBE8"/>
    </a:lt2>
    <a:accent1>
      <a:srgbClr val="579858"/>
    </a:accent1>
    <a:accent2>
      <a:srgbClr val="ED583E"/>
    </a:accent2>
    <a:accent3>
      <a:srgbClr val="D3BA59"/>
    </a:accent3>
    <a:accent4>
      <a:srgbClr val="4C94AC"/>
    </a:accent4>
    <a:accent5>
      <a:srgbClr val="A09E84"/>
    </a:accent5>
    <a:accent6>
      <a:srgbClr val="FC7D4A"/>
    </a:accent6>
    <a:hlink>
      <a:srgbClr val="04A2DA"/>
    </a:hlink>
    <a:folHlink>
      <a:srgbClr val="808080"/>
    </a:folHlink>
  </a:clrScheme>
</a:themeOverrid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a410dd7f93c95333ffa1b60ed6adedd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a936d9baba76aa3866493feff160faab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31F006B4-A9E1-4F39-85C8-FB836F919348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16377351-63A1-4C2E-8C9A-66CDD70F16A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8F3CD65D-61A5-43C9-A837-6EC73C7DA8AB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{962E3967-44D5-4BE3-9CF3-9161BFCC72CA}tf11437505_win32</Template>
  <TotalTime>0</TotalTime>
  <Words>39</Words>
  <Application>Microsoft Office PowerPoint</Application>
  <PresentationFormat>Widescreen</PresentationFormat>
  <Paragraphs>6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Calibri</vt:lpstr>
      <vt:lpstr>Georgia Pro Cond Light</vt:lpstr>
      <vt:lpstr>Speak Pro</vt:lpstr>
      <vt:lpstr>RetrospectVTI</vt:lpstr>
      <vt:lpstr>Title Lorem Ipsum</vt:lpstr>
      <vt:lpstr>Title Lorem Ipsum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Vishnu K K</dc:creator>
  <cp:lastModifiedBy>Vishnu K K</cp:lastModifiedBy>
  <cp:revision>1</cp:revision>
  <dcterms:created xsi:type="dcterms:W3CDTF">2025-12-12T09:55:19Z</dcterms:created>
  <dcterms:modified xsi:type="dcterms:W3CDTF">2025-12-12T09:55:44Z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